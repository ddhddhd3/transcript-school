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0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Aqooni Digital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Education Through Secure Digital Records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Multi-School Management &amp; Credential Verification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School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11480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Record-Keeping: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of data loss, physical damage, and transcription errors.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 Fraud: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Increasingly difficult to verify academic credentials instantly and reliably.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Disconnected Systems: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 struggle to manage multiple branches, classes, or exams seamlessly.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Lack of Transparency: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Parents, students, and employers lack real-time access to official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4754880" cy="4389120"/>
          </a:xfrm>
          <a:prstGeom prst="roundRect">
            <a:avLst/>
          </a:prstGeom>
          <a:solidFill>
            <a:srgbClr val="FFEFE6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INEFFICIENCY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49440" y="265176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Paper-based certification and offline database registers create a trust bottleneck. Educational institutions require a digital-first approach to protect academic integrity, decrease administrative overhead, and restore public verification trust.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Aqooni Digital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11480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73152" cy="1737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Cloud-Based Resilience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secure access with automatic database backups, protecting critical academic history from physical losses.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28800"/>
            <a:ext cx="73152" cy="1737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Secure Authentication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user identity verification powered by Clerk, ensuring secure multi-role access controls.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297680"/>
            <a:ext cx="73152" cy="1737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Multi-Tenant Architecture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school runs on its own isolated space with custom branding, settings, configurations, and billing models.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297680"/>
            <a:ext cx="73152" cy="1737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Public Verification Portal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4754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employers and third parties to instantly verify certificate authenticity online using QR codes or unique Registry IDs.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Platform Access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11480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3383280" cy="731520"/>
          </a:xfrm>
          <a:prstGeom prst="rect">
            <a:avLst/>
          </a:prstGeom>
          <a:solidFill>
            <a:srgbClr val="2D005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ADMINISTRATOR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platform-wide oversight
• Approve school onboarding status
• Manage platform branding &amp; logo
• Handle global credit &amp; subscription requests
• Real-time system-wide analytics logs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645920"/>
            <a:ext cx="3383280" cy="7315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37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ADMINISTRATOR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school settings &amp; local branding
• Register students &amp; assign class levels
• Track daily presence &amp; sessions
• Configure subject assessment columns
• Generate &amp; download official PDF certificates
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645920"/>
            <a:ext cx="3383280" cy="7315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737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VERIFIER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56032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verification search page
• Direct link navigation via certificate QR codes
• Verify student details &amp; academic year
• Validate authentic grade records
• Download original certified PDF copies
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Certificate Ecosystem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11480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Institutional Branding: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upload custom logos, signature images, and authorized digital stamps.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Design Templates: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 12 distinct premium color palettes and layouts matching school identities.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High-Quality Rendering: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client-side high-resolution PDF rendering utilizing HTML2Canvas-pro and jsPDF.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Immutable Database Registry: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certificate has a unique ID tied back to the database, ensuring absolute verification.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645920"/>
            <a:ext cx="45720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920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VERIFICATION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256032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2514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Admin configures subjects, grading limits, and school logo.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324612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Admin inputs/imports student scores for multiple assessment tests.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393192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3886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Platform calculates totals, percentages, and pass/fail statuses.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461772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4572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System generates a PDF certificate embedded with a unique verification URL/QR code.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530352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5257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Verifier scans the QR code and instantly views authenticated records.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Academics &amp; Attendance Monitoring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11480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Attendance Logs: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presence, absence, late arrivals, and excused leaves for multiple school sessions.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Analytics &amp; Rates: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Auto-computed attendance ratios and visual summaries for individual students and classes.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Multi-Exam Grading Matrix:
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custom test columns (e.g. Attendance, Quiz, Midterm, Final Exam) with individual max weight constraints.
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FAF5FF"/>
          </a:solidFill>
          <a:ln w="254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&amp; RTL SUPPORT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2468880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Aqooni Digital is fully localized to support global and local educational ecosystems. The system provides real-time toggle controls for three core languages: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English - Standard academic terms.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Arabic (العربية) - Fully compatible Right-to-Left (RTL) rendering layouts.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Somali (Soomaali) - Tailored local educational phrasing.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templates automatically shift orientation, alignment, and translation strings upon localization change.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Credit Growth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11480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Capacity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purchase registration credits. Credits determine student enrollment limit. This credit-based usage allows small institutions to operate affordably and purchase capacity only as they grow.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Subscriptions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to switch between Monthly and Yearly institutional billing cycles. Provides schools with clear expense planning, customizable invoice items, and system integrity safeguards.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Security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246888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requests are requested directly through the School Admin panel. All approvals are reviewed and managed by platform Super Admins. Safeguards school credentials and prevents unauthorized data creation.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Future-Ready Education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9601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Global Accessibility: 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administrative dashboards securely from anywhere.
</a:t>
            </a:r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Data-Driven Insights: 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analytics on student progress, passing rates, and presence logs.
</a:t>
            </a:r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Elevated Professionalism: 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digital-first institutional footprint that builds parental and public trust.
</a:t>
            </a:r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Absolute Platform Security: 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Encrypted, robust database schema ensuring zero multi-tenancy cross-overs.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Aqooni Digital  |  Contact: Support@aqoonidigital.edu  |  +252-0614163362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2026-07-24T14:29:01Z</dcterms:created>
  <dcterms:modified xsi:type="dcterms:W3CDTF">2026-07-24T14:29:01Z</dcterms:modified>
</cp:coreProperties>
</file>